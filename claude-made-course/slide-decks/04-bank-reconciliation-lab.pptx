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SKARION MANUFACTURING LLC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Reconciliation 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says one number. Your books say another. Reconciliation is how you find out why — and it's the single most common technical interview question in entry-level accounting.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of the 10-day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"Walk me through how you'd handle a bank reconciliation discrepancy." You will be asked this. After this module, you'll have a real answer with a real dollar amount attached to it.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bank balance and the book balance almost never match on day one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in transit — you recorded a customer payment, but it hasn't hit the bank yet.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checks — you wrote a check and recorded it, but the vendor hasn't cashed it yet.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fees / interest — the bank deducts or adds something you haven't recorded yet.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two-sided reconciliation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bank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book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balance per bank statement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balance per your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Deposits in transit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Bank credits not yet recorded (interest,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Outstanding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Bank debits not yet recorded (fees,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Adjusted bank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Adjusted book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January's close at Skarion: the bank statement showed $12,450 and QuickBooks showed $12,180 — a $270 gap. The cause: a Valley Freight payment was miscoded. Finding gaps like this, and explaining exactly how you traced them, is what interviewers are listening for.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reconciliation problems — know them cold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deposit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payment gets recorded in the books twice. January's real example: a $6,800 deposit (ref DEP-1005) was entered twice — corrected with Debit Accounts Receivable / Credit Cash to reinstate the receivable.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 check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was written and recorded in the books, but the vendor hasn't cashed it yet — it won't show on the bank statement until they 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amount entered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entry doesn't match what actually cleared. Example: rent was recorded at $12,750 but the bank shows $12,800 actually cleared — a $50 correction is needed.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Unrecorded bank fee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charges a monthly service fee or similar that never got entered into the books — shows as an unexplained gap until you add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in transit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a deposit right at month-end that hasn't posted to the bank statement yet — it'll show up next month.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shows $12,450. QuickBooks shows $12,180. There's a $270 gap. What's the right first move?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$6,800 customer deposit was accidentally entered into the books twice. What's the correcting journal entry?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check #1018 for $4,925 and recorded it in the books on January 28th. The vendor hasn't cashed it by January 31st. How does this affect the reconciliation?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the duplicate deposit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January's bank reconciliation surfaced a real problem: customer ACH deposit ref DEP-1005 for $6,800.00 was recorded in QuickBooks twice — once as the real payment, once as a duplicate entry. The duplicate incorrectly cleared the customer's invoice a second time. Post the correcting entry to reinstate the receivable.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 Accounts Receivable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all three months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6126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 transaction between the bank statement and the register.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2-3 seeded problems (duplicates, wrong amounts, outstanding checks, unrecorded fees).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Reconciliation Worksheet until the difference is exactly $0.00.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173736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January Bank Statement.xlsx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251460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2514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February Bank Statement.xlsx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329184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291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March Bank Statement.xlsx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48463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reconciliation memo for one month: what was the discrepancy, how did you find it, and how did you fix it?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Reconciliation Lab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Reconciliation Lab</dc:title>
  <dc:subject>PptxGenJS Presentation</dc:subject>
  <dc:creator>Skarion Accounting Track</dc:creator>
  <cp:lastModifiedBy>Skarion Accounting Track</cp:lastModifiedBy>
  <cp:revision>1</cp:revision>
  <dcterms:created xsi:type="dcterms:W3CDTF">2026-07-15T21:10:09Z</dcterms:created>
  <dcterms:modified xsi:type="dcterms:W3CDTF">2026-07-15T21:10:09Z</dcterms:modified>
</cp:coreProperties>
</file>