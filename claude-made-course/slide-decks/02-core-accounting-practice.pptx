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Accounting Cycle &amp; Journal Entries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equation that governs every entry ever made, the chart of accounts that organizes them, and the cycle that turns raw transactions into auditable financial statements.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"Post this journal entry." A real controller does not hand you a pre-filled form. They hand you a vendor invoice and expect you to know which accounts move, in which direction, and why. This module is the entire reason that expectation exists.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accounting equation and the T-account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13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with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(left)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 (left)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(right)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(right)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(right)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3DE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thinking "debit = good." Debits are directional , not evaluative. A debit to Cash is good. A debit to Accounts Receivable means a customer owes you more (also fine). A debit to Salary Expense means you owe your staff more money (less fine). The side tells you the direction of movement, not whether the business is winning.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of Accounts deep dive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Checking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Unbilled AR (WIP)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Prepaid Software Licenses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GIS Servers &amp; Workstations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contra-Asset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Accrued Wages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Tax Liabilities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Accrued Interest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Deferred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Owner's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Earnings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Design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Permitting Services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— Subcontractor Drafting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— Software Allocated to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Salaries — US Engineering PMs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Tax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&amp; Field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&amp; Subscriptions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Depreciation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ATOMIC UNIT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entries — the full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6400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— the period the entry belongs to (cutoff matters).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account(s) and amounts.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account(s) and amounts.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— what the entry is for, in plain language.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document reference — invoice number, PO number, wire confirmation, timesheet batch. Nobody posts an entry without documentation.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7E8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memo actually sounds like: "Record Jan offshore drafting per GCS-2026-091, 28-day terms, Tennessee Corridor build." That memo tells any auditor exactly what happened, why, and where the source document lives. A memo that says "AP" is a firing offense at most firms.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an offshore drafting invoice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CAD Solutions invoices Skarion Engineering for $7,200 of LLD (low-level design) drafting on 160 miles of fiber route. No cash has moved yet — the bill has 30-day terms. Record the liability on receipt of the invoice.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5100 - COGS — Subcontractor Drafting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2000 - Accounts Payable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Capitalize an annual software license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pays $36,000 up front for a 12-month Vetro FiberMap enterprise license, wired from the operating checking account. Because the benefit covers the whole year, you capitalize it as a Prepaid Asset — not expense it all at once.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1400 - Prepaid Software Licenses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1000 -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JOURNAL ENTRY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an engineer payroll run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10512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engineering payroll run totals $45,000 in gross wages. Of that, $9,500 is withheld for employee taxes and remitted to the government later. The remaining $35,500 net pay is wired out of Operating Checking to the employees. This is a compound entry — three lines, two credits, one debit, balanced.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63040" y="30632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6000 - Salaries — US Engineering PMs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$45000.00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2200 - Payroll Tax Liabilities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1000 - Operating Checking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$35500.00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63093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— hidden from students in the interactive version until they submit their own entry.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Accounting cycle &amp; trial balance quiz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posts a $7,200 offshore drafting bill (no cash has moved). Which account is debited?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records a $36,000 prepaid Vetro license by debiting Prepaid Software and crediting Cash. Which account does NOT change in that entry?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trial balance and total debits equal total credits. What does that actually prove?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 Cycle &amp; Journal Entries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Accounting Cycle &amp; Journal Entries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