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13</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Financial Modeling Fundamentals</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The skill that opens doors to FP&amp;A, finance teams, and senior accounting roles. A model isn't a static report — it's a living Excel file where one changed assumption updates every output.</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13</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"What happens to our profit if revenue grows 20%? What if we hire two more PMs? What if COGS rises 5%?" A budget says what you plan. A model answers the 'what if' in seconds. This module is how accountants become indispensable.</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99 — THE ANATOMY</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Inputs · Calculations · Outputs — The Discipline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1600200"/>
                <a:gridCol w="1600200"/>
                <a:gridCol w="1600200"/>
                <a:gridCol w="16002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lives here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Color convention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Inputs / Assumptions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Growth rate, price per mile, COGS %, headcount, capex plan, loan rate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Blue cells (you type here)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Every number that could change lives here, and only here.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Calculations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Formulas tying inputs together — never typed numbers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Black (formulas)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If you're tempted to type a number in a calculation cell, it belongs in an input.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Outputs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Income Statement, Balance Sheet, Cash Flow, ratios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Formatted statements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Flow from calculations; never independently hard-coded.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BEAEA"/>
          </a:solidFill>
          <a:ln/>
        </p:spPr>
      </p:sp>
      <p:sp>
        <p:nvSpPr>
          <p:cNvPr id="8" name="Shape 5"/>
          <p:cNvSpPr/>
          <p:nvPr/>
        </p:nvSpPr>
        <p:spPr>
          <a:xfrm>
            <a:off x="7680960" y="2148840"/>
            <a:ext cx="365760" cy="365760"/>
          </a:xfrm>
          <a:prstGeom prst="ellipse">
            <a:avLst/>
          </a:prstGeom>
          <a:solidFill>
            <a:srgbClr val="B23B3B"/>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B23B3B"/>
                </a:solidFill>
                <a:latin typeface="Calibri" pitchFamily="34" charset="0"/>
                <a:ea typeface="Calibri" pitchFamily="34" charset="-122"/>
                <a:cs typeface="Calibri" pitchFamily="34" charset="-120"/>
              </a:rPr>
              <a:t>DANGER</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The single most common beginner mistake: typing a number into a calculation cell because you 'know the answer.' The instant you do that, the model no longer updates when the inputs change — it's a static report pretending to be a model. Every number that's not a formula and not an input is a model bug.</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Download the Full 6-Tab Skarion 3-Statement Model</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Download the full-featured Excel model below — the in-browser lab is a starter; this is the real build. It has 6 tabs: Assumptions (all blue input cells), Income Statement (formulas), Balance Sheet , Cash Flow Statement (indirect), Scenarios (dropdown to Base/Bull/Bear — all three visible simultaneously), and Charts (Revenue, Gross Margin %, Cash Balance across scenarios). Validation: the Balance Sheet must balance (Assets = L + E) in all three scenarios, and the Cash Flow ending balance must tie to the Balance Sheet cash figure.</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Template 07 — Three-Statement Model.xlsx</a:t>
            </a:r>
            <a:endParaRPr lang="en-US" sz="1100" dirty="0"/>
          </a:p>
        </p:txBody>
      </p:sp>
      <p:sp>
        <p:nvSpPr>
          <p:cNvPr id="10" name="Shape 8"/>
          <p:cNvSpPr/>
          <p:nvPr/>
        </p:nvSpPr>
        <p:spPr>
          <a:xfrm>
            <a:off x="7635240" y="4846320"/>
            <a:ext cx="3794760" cy="1417320"/>
          </a:xfrm>
          <a:prstGeom prst="roundRect">
            <a:avLst>
              <a:gd name="adj" fmla="val 6452"/>
            </a:avLst>
          </a:prstGeom>
          <a:solidFill>
            <a:srgbClr val="141B49"/>
          </a:solidFill>
          <a:ln/>
        </p:spPr>
      </p:sp>
      <p:sp>
        <p:nvSpPr>
          <p:cNvPr id="11" name="Text 9"/>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2" name="Text 10"/>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In the Bear case, what was Skarion's Q2 Net Income, and did the Balance Sheet still balance? Paste your ending Cash figure and confirm it ties to the Cash Flow ending balance.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101 — BREAK-EVEN &amp; SENSITIVITY</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Scenario Analysis &amp; Break-Even</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Fixed costs: $98,000/month (salaries, rent, software)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Variable cost: $41.50/mile (offshore drafting)</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Revenue: $160/mile average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Break-even = $98,000 ÷ ($160 − $41.50) = 827 miles/month</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Skarion completed 3,000 miles in January → margin of safety = 2,173 miles, or 72% above break-even</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Financial Modeling Fundamentals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Modeling Fundamentals</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