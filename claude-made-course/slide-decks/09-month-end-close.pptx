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SKARION MANUFACTURING LLC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Month-End Close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you've reconciled, every invoice you've entered, every payroll run you've booked — month-end close is where it all gets pulled together, checked, and signed off. This is the module where you stop doing individual accounting tasks and start running an actual close.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of the 10-day path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"Walk me through your month-end close process." Every accounting interview asks some version of this question. Most candidates can name a step or two. You're about to be able to walk through all 15 — with a real close you actually ran.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closing the books takes 3-5 days, not 3-5 minutes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check that sales, bills, payments, payroll, and bank activity are all fully entered.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— compare the books to outside proof: bank statements, AR/AP aging, payroll reports, loan statements, fixed asset schedules.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— post timing entries: accruals, prepaids, depreciation, payroll liabilities, interest.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— prepare reports, save workpapers, get manager approval, and lock the period so prior numbers can't silently change.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7E8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 ask about your close process because it reveals whether you understand accounting as a system of proof , not just data entry. "I close the books in a day" is not usually the answer they're hoping for.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15 standard close steps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cutoff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 land in the correct month — January expenses stay in January even if paid in February.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source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statements, credit card statements, invoices, payroll reports, loan statements, inventory records.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sales and 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customer invoices, sales receipts, credit memos, and payments — review unapplied cash.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vendor bills and 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vendor bills, expense reports, recurring expenses, and vendor credits.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cash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Deposits, checks, ACH, wires, bank fees, interest income, transfers, loan payments.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 bank accounts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bank statement activity to the GL — find outstanding checks, deposits in transit, duplicates.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 credit cards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card charges and payments to the GL, confirm receipts are attached.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 AR aging to GL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 aging total must equal the AR balance on the balance sheet.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 AP aging to GL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 aging total must equal the AP balance on the balance sheet.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inventory and COGS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purchases, usage, ending inventory, and cost of goods sold against the physical count.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payroll and liabilities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wages, withholdings, employer taxes, benefit deductions, net pay.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fixed assets and depreciation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assets, disposals, monthly depreciation, reconcile the fixed asset schedule to the GL.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accruals and prepaids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Expenses incurred but not billed yet, and amortized prepaid items.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financials and variances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balance, P&amp;L, balance sheet, cash flow — explain unusual changes.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Finalize, approve, and 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workpapers, prepare the management report, get approval, lock the period.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concepts — know them cold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Accrual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an expense or revenue in the period it was incurred or earned, even though cash hasn't moved yet. Example: a utility bill for services used in January but not received until February gets accrued in January.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Prepaid amortization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the cost of something paid in advance (annual insurance, annual software) across the months it covers, instead of expensing it all at once.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Unearned revenue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received before the work is done or the product is delivered — it sits as a liability until it's actually earned, then it moves to revenue.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close vs. hard close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close is fast and uses estimates for small items — good for internal monthly reporting. A hard close fully reconciles every major account, posts every adjustment, and locks the period — required for quarter-end, year-end, audits, and loan reporting.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balance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listing of every GL account and its balance, used to confirm total debits equal total credits before financial statements are produced.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Adjusting entries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5820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entries posted at period-end to correct timing — depreciation, accruals, prepaids, payroll liabilities, interest — so the books reflect economic reality, not just cash movement.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CLOSE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January actually closed at Skarion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balance per QuickBooks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$226,594.19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duplicate Coastal Electric deposit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&amp;minus;$9,503.60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Add: Valley Freight payment correction ($2,410 entered, $2,140 cleared)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+$270.00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bank service fee missing from QuickBooks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&amp;minus;$45.00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Add: bank interest missing from QuickBooks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+$18.50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book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$217,334.09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EF3FC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this proves: the close isn't paperwork for its own sake. Without Day 2's bank reconciliation, Skarion's books would have overstated cash by $9,503.60 — an error large enough to matter to a lender or the CEO — and nobody would have caught it until the money didn't show up somewhere later.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Skarion's book balance per QuickBooks was $226,594.19, but the adjusted book balance came out to $217,334.09. What was the single largest adjustment causing that gap?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statement showed $211,161.25. After adding the deposit in transit and subtracting the outstanding ACH payment, what did the adjusted bank balance equal?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 of Skarion's 5-day close calendar is when the duplicate deposit would normally be caught?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January's depreciation entry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the close is updating fixed assets and depreciation. Skarion's fixed asset schedule covers 10 assets — CNC brake press, laser cutter, forklift, delivery van, air compressor system, office furniture, computers, QA testing station, warehouse pallet racking, and a label printer/packaging line. Combined, January's straight-line monthly depreciation across all 10 assets totals $5,208.10 . Post the adjusting entry.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6700 Depreciation 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$5208.10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1590 Accumulated Depreciation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$5208.10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Skarion's month-end close checklist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6126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the 18 tasks, mark a status (Not Started, In Progress, Waiting, Complete, or Reviewed) as if you were the staff accountant running this close.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bank reconciliation task (C-06), note the real result: adjusted book and bank balances both equal $217,334.09, driven mainly by the $9,503.60 duplicate Coastal Electric deposit.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fixed assets task (C-12), note the depreciation entry: $5,208.10 across 10 assets.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tasks would move faster under a soft close versus which absolutely require a hard close.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35240" y="1737360"/>
            <a:ext cx="37947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737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Month-End Close Playbook.docx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4846320"/>
            <a:ext cx="3794760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0" y="5257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January Financial Summary memo for the CEO: what were the headline numbers, what went wrong during the close, and what would you fix before February?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Month-End Close</dc:title>
  <dc:subject>PptxGenJS Presentation</dc:subject>
  <dc:creator>Skarion Accounting Track</dc:creator>
  <cp:lastModifiedBy>Skarion Accounting Track</cp:lastModifiedBy>
  <cp:revision>1</cp:revision>
  <dcterms:created xsi:type="dcterms:W3CDTF">2026-07-15T21:10:09Z</dcterms:created>
  <dcterms:modified xsi:type="dcterms:W3CDTF">2026-07-15T21:10:09Z</dcterms:modified>
</cp:coreProperties>
</file>