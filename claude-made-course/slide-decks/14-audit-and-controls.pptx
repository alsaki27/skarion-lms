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Audits &amp; Internal Controls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accountant interacts with auditors, and every accountant operates inside internal controls. Knowing both removes fear and builds the documentation habit that keeps financials trustworthy.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auditors are coming next week." To a new staff accountant that sounds like a threat. After this module it sounds like a calendar item — you know exactly what they test, what to prepare, and why they're actually on your side.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103 — INTERNAL CONTROLS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Controls — and Why You Enforce Them When Nobody's Watching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duties: the person who approves spending ≠ the person who enters it ≠ the person who signs the check. For small companies where one person wears multiple hats: compensating controls — e.g. the manager reviews the bank statement monthly.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no payment without documented approval above a threshold. Skarion's policy: invoices &amp;lt; $5,000 PM approval; $5,000–$50,000 controller approval; &amp;gt; $50,000 CEO approval.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Reconciliation: every balance sheet account reconciled monthly to a source document. The control that catches both errors and fraud.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controls: locked check stock, password-protected accounting software, MFA on banking portals. Not glamorous. Non-negotiable.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verification: the bank rec is reviewed by someone who didn't prepare it. The controller signs off on the close package they didn't personally prepare.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Control Ethical Scenarios — Hold / Correct / Escalate / Document?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the controller approved their own $8,500 expense reimbursement with no second approver. What do you do?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offers you a $200 gift card in exchange for expediting their invoice payment. What do you do?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an unfamiliar $4,200 ACH debit on the bank statement with no internal authorization. What do you do?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Audits &amp; Internal Controls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Audits &amp; Internal Controls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