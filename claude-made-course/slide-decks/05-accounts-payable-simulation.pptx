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SKARION MANUFACTURING LLC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Payable Simulation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the new AP clerk at a $2M/year Virginia manufacturer. Thirty real vendor invoices just landed on your desk. Some are clean. Some are wrong. Your job is to know the difference before anything gets paid.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of the 10-day path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"Walk me through how you catch a bad invoice before it goes out the door." — this is one of the most common questions asked in AP clerk interviews. By the end of this module you'll have a real answer, with real numbers.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 process: receive → verify → approve → enter → pay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— the invoice arrives (mail, email, vendor portal).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match it against the Purchase Order (PO) and the Receiving Report. This is called the 3-way match 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— if everything matches, it's approved for entry. If not, it gets held.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— the bill is entered into QuickBooks, coded to the right expense account.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— on the vendor's terms (Net 30, etc.), the payment goes out.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7E8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tip: "3-way match" is one of the single most-asked technical phrases in AP/staff accountant interviews. If you can define it AND give a real example of catching a discrepancy with it, you're ahead of most candidates.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your discrepancy types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discrepancy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 charges a different unit price than the PO. Example: PO says $38.00/unit for aluminum, invoice bills $39.50/unit.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 discrepancy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invoice bills for more units than were actually received. Example: billed for 500 units, receiving report shows only 450 arrived.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PO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materials invoice over $500 with no PO number attached — held until someone confirms the purchase was authorized.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invoice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invoice number, same PO, same amount as one already entered. Vendors resend these by accident (or send a 'statement copy') — never pay twice.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Unauthorized extra charge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invoice with an added line — like a rush fee — that was never on the original PO. Needs approval before it's paid.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PO required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5820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service invoices (rent, utilities, software subscriptions) don't need a PO — they're approved once and paid on a set schedule.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batch on your desk: 30 invoices, 22 vendors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Dominion Aluminum &amp; Fasteners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DAF-2601-014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discrepancy: PO $38.00/unit, billed $39.50/unit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Ridge Industrial Plastics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BRIP-2601-006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discrepancy: billed 500, received 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Packaging &amp; Crating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NPC-2601-011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PO — invoice held for approval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Potomac Steel Supply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PSS-2601-001 (again as #021)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invoice — vendor sent a statement copy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Commonwealth Powder Coating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CPC-2601-003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 rush fee added, not on the 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EF3FC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realistic trap in this batch: there are two different companies with "NOVA" in the name — NOVA Packaging &amp; Crating and NOVA Industrial Waste. They are not the same vendor. Real AP clerks get tripped up by this constantly — always check the full vendor name and ID, not just the first word.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Virginia sales tax: goods vs. services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Virginia charges 5.3% sales tax on tangible goods — but not on most services. This matters constantly in AP: an invoice can have both a materials line (taxed) and a labor/service line (not taxed) on the same invoice.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Potomac Steel Supply's invoice: a "cutting surcharge" service line and a raw steel materials line appear together — only the steel is taxed at 5.3%. Get this wrong and your AP totals won't reconcile to the vendor's actual invoice.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Skarion Manufacturing LLC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invoice for $2,400 in raw materials arrives. The PO on file says $2,200. What's this called, and what do you do first?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invoices arrive with the same invoice number, same PO, and same dollar amount, a few weeks apart. What should you do?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 has a $1,200 materials line and a $300 installation-labor line. Virginia sales tax is 5.3%. Which line(s) get taxed?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the price-discrepancy resolution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Dominion Aluminum &amp; Fasteners invoice DAF-2601-014 was approved with the vendor's corrected price after negotiation. You're recording the approved $3,896.33 materials bill (no sales complications — this is a straightforward accrual of an approved AP bill). Post the journal entry to record the bill as a liability.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5100 Raw Materials Expense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$3896.33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Accounts Payable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$3896.33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the full 30-invoice batch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66751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6126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 it against the PO/receiving data on the Student PO-Receiving Data tab.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approve, hold, or flag as duplicate.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decisions against the Instructor Key tab once you've been through all 30.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35240" y="1737360"/>
            <a:ext cx="37947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1737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AP Invoice Control Log.xlsx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35240" y="2514600"/>
            <a:ext cx="3794760" cy="594360"/>
          </a:xfrm>
          <a:prstGeom prst="roundRect">
            <a:avLst>
              <a:gd name="adj" fmla="val 4923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25146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Combined 30 Vendor Invoices.pdf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4846320"/>
            <a:ext cx="3794760" cy="1417320"/>
          </a:xfrm>
          <a:prstGeom prst="roundRect">
            <a:avLst>
              <a:gd name="adj" fmla="val 6452"/>
            </a:avLst>
          </a:prstGeom>
          <a:solidFill>
            <a:srgbClr val="141B49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4983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0" y="5257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invoice from this batch you'd use as your interview story. What was wrong with it, and what did you do?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Payable Simulation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Accounts Payable Simulation</dc:title>
  <dc:subject>PptxGenJS Presentation</dc:subject>
  <dc:creator>Skarion Accounting Track</dc:creator>
  <cp:lastModifiedBy>Skarion Accounting Track</cp:lastModifiedBy>
  <cp:revision>1</cp:revision>
  <dcterms:created xsi:type="dcterms:W3CDTF">2026-07-15T21:10:09Z</dcterms:created>
  <dcterms:modified xsi:type="dcterms:W3CDTF">2026-07-15T21:10:09Z</dcterms:modified>
</cp:coreProperties>
</file>