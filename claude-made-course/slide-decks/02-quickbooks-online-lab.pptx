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00400" cy="3200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SKARION MANUFACTURING LLC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QuickBooks Online Lab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 Online is the #1 accounting software requested in real entry-level job postings. This module sets up Skarion Manufacturing LLC from scratch and walks through the workflows you'll use every single day on the job.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6634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41B4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663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of the 10-day path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 ACCOUNTING TRACK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80160" y="1463040"/>
            <a:ext cx="96012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0808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737360" y="18288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2286000"/>
            <a:ext cx="8686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 of entry-level accounting postings explicitly require QuickBooks experience. This is the software you'll actually be judged on in your first interview.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lesson pairs with a live QuickBooks Online trial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6400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module is designed to be followed inside a real, free QuickBooks Online trial (30 days, no credit card required for the trial). The company you'll build is Skarion Manufacturing LLC — US locale, USD, Manassas, Virginia.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walkthrough script and every dollar figure below are real numbers pulled directly from the rest of the course (the January practice packet, the AP invoice batch, the bank statements) — not made up, and not from an unrelated demo company. Where you see a bracketed [SCREENSHOT] marker, that's where you'd capture your own screen while following along live.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06640" y="18745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3DE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0" y="2148840"/>
            <a:ext cx="365760" cy="365760"/>
          </a:xfrm>
          <a:prstGeom prst="ellipse">
            <a:avLst/>
          </a:prstGeom>
          <a:solidFill>
            <a:srgbClr val="C9862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80960" y="26060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 up: an earlier draft of this walkthrough was built inside the wrong QuickBooks demo company ("kaizen", a different currency, unrelated numbers). It's been fully corrected here to use real Skarion data throughout.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1-3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setup, chart of accounts, opening balances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0698480" cy="914400"/>
        </p:xfrm>
        <a:graphic>
          <a:graphicData uri="http://schemas.openxmlformats.org/drawingml/2006/table">
            <a:tbl>
              <a:tblPr/>
              <a:tblGrid>
                <a:gridCol w="5349240"/>
                <a:gridCol w="5349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accounts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Operating Checking · 1100 Accounts Receivable · 1500 Fixed Assets · 1590 Accumulated Depreciation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Liabilities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Accounts Payable · 2100 Sales Tax Payable · 2500 Loan Payable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Revenue/COGS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 Sales Revenue · 5000 Cost of Goods Sold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6100 Rent · 6300 Wages · 6700 Depreciation · 6800 Interest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QBO navigation — know where things live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you enter a vendor bill?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&gt; Bills — this is the AP entry point.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you create a customer invoice?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0916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&gt; Invoices — this is the AR entry point.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you reconcile a bank account?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5820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&gt; Reconcile (or the gear icon &gt; Tools &gt; Reconcile).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85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you run the P&amp;L and Balance Sheet?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60120" y="42336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&gt; search "Profit and Loss" or "Balance Sheet" — both export to Excel from the report screen.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35204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3685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you record a customer payment?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709160" y="42336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&gt; Receive Payment, then apply it against the open invoice(s).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4-6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transactions: 5 bills, 5 invoices, 5 payments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069848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 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Dominion Aluminum &amp; Fasteners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DAF-2601-014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$3,896.33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Potomac Steel Supply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PSS-2601-001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$5,700.30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Commonwealth Powder Coating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CPC-2601-002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$1,385.00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MidAtlantic Tool Rental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MTR-2601-001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$1,411.25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Safety Gear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CSG-2601-003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$875.98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 the bank account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6400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January 2026 bank statement to reconcile Operating Checking. Starting balance $132,500.00 should tie to what you entered in Step 3. Walk through matching every transaction and resolving January's three seeded problems — a duplicate deposit, an unrecorded bank fee, and an outstanding check — until the reconciliation difference reads $0.00 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06640" y="18745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7E8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0" y="21488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80960" y="26060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same reconciliation logic you'll practice in depth in Module 04 — QBO's Reconcile screen just automates part of the matching you'd otherwise do by hand in Excel.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09728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76479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QuickBooks Online do you enter a bill from a vendor like Dominion Aluminum &amp; Fasteners?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318211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setting up Skarion Manufacturing LLC's opening balances. What should the Operating Checking opening balance be?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459943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of real entry-level accounting job postings explicitly require experience with which software?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choices and full explanations are in the interactive lesson.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it yourself and capture the walkthrough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667512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65960"/>
            <a:ext cx="6126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for a free QuickBooks Online trial and follow the full corrected script below end-to-end: company setup, chart of accounts, opening balances, 5 bills, 5 invoices, 5 payments, bank reconciliation, and exporting the P&amp;L and Balance Sheet to Excel. Capture a screenshot at each of the 10 marked steps.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also has two required reflection sections built in — fill them out as you go, they become part of your portfolio.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635240" y="1737360"/>
            <a:ext cx="3794760" cy="594360"/>
          </a:xfrm>
          <a:prstGeom prst="roundRect">
            <a:avLst>
              <a:gd name="adj" fmla="val 49231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818120" y="17373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QBO Walkthrough Script (corrected).docx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35240" y="4846320"/>
            <a:ext cx="3794760" cy="1417320"/>
          </a:xfrm>
          <a:prstGeom prst="roundRect">
            <a:avLst>
              <a:gd name="adj" fmla="val 6452"/>
            </a:avLst>
          </a:prstGeom>
          <a:solidFill>
            <a:srgbClr val="141B49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4983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63840" y="5257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single most confusing step, and what would you tell a friend to watch out for?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914400"/>
            <a:ext cx="2286000" cy="22860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4937760" y="9144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645920" y="356616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complete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0" y="420624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 Online Lab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QuickBooks Online Lab</dc:title>
  <dc:subject>PptxGenJS Presentation</dc:subject>
  <dc:creator>Skarion Accounting Track</dc:creator>
  <cp:lastModifiedBy>Skarion Accounting Track</cp:lastModifiedBy>
  <cp:revision>1</cp:revision>
  <dcterms:created xsi:type="dcterms:W3CDTF">2026-07-15T21:10:09Z</dcterms:created>
  <dcterms:modified xsi:type="dcterms:W3CDTF">2026-07-15T21:10:09Z</dcterms:modified>
</cp:coreProperties>
</file>