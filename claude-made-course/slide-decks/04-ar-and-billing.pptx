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Receivable &amp; Billing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 under ASC 606, the invoicing workflow, the AR aging report, and the allowance method that keeps bad debt honest rather than ignored.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"When do you record revenue on a $2.4 million contract?" The wrong answer is "when we get paid" or "when the contract is signed." The right answer walks through the five-step ASC 606 model and names exactly when each deliverable is satisfied. After this module, that is your answer.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recognition and ASC 606 — the 5-step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contract with the customer.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distinct performance obligations — e.g. HLD delivery, LLD delivery, splice/permit package are three separate obligations.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transaction price.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transaction price to each performance obligation.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revenue when (or as) each obligation is satisfied.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the AR invoice and recording 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 invoice is not generated casually. The workflow is: project milestone triggers the invoice → Project Manager approves → accounting creates the invoice in the billing system → journal entry debits Accounts Receivable and credits Engineering Design Revenue . The invoice then sits open in the AR subledger until cash is applied in Module 05.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control signal: invoice numbers are sequential . A gap in the sequence is a red flag an auditor will chase — it suggests a voided, deleted, or skipped invoice. Always be able to explain every invoice number gap with a documented void or credit memo.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an HLD milestone and book the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completes the High-Level Design for the Tennessee Corridor. Per the contract's ASC 606 allocation, this milestone is 40% of the $1.2M contract, so Skarion invoices the client $480,000 . No cash yet — record the receivable and the earned revenue.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1100 - Accounts Receivable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4000 - Engineering Design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prepays — record the deferred revenue liability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prepays $120,000 before any work has begun. Cash is in the bank, but the performance obligation has not been satisfied — so it is a liability , not revenue. Record the cash receipt and the deferred revenue liability.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2500 - Deferred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the work — release the deferred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the client prepaid for is now delivered and accepted. The performance obligation is satisfied — release the $120,000 from Deferred Revenue onto the income statement as earned Engineering Design Revenue.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2500 - Deferred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4000 - Engineering Design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aging, collections, and bad debt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31–60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61–90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 Fiber 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Southeast Broadband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 Builders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$997,700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vocabulary — five terms interviewers actually test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 = Average AR ÷ Credit Revenue × Days. Skarion: $997,700 ÷ $4.8M × 365 ≈ 75.8 days. Measures how fast billed revenue converts to cash.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Allowance Method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uncollectible AR as a percentage of revenue and record Bad Debt Expense in the period the sale is made. The allowance is a contra-asset reducing net AR. Required by GAAP — matching principle.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Write-Off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bad debt only when a specific invoice is identified as uncollectible. Not GAAP-compliant for accrual filers because it violates the matching principle — expense lands in the wrong period. Used by small cash-basis firms only.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escalating outreach process for overdue AR — reminder, then formal dunning letter, then account-manager call, then collections or write-off. Skarion's TeleCom Builders $112,700 balance triggers a dunning letter this week.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AR to a third party (a factor) for immediate cash, at a discount. Removes the receivable from the books (if sold without recourse) but is expensive — typically 1–3% of invoice value as the factor's fee.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the allowance for doubtful accounts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Skarion's $997,700 AR balance and historical loss rates, management estimates 1.5% will be uncollectible. Establish the allowance by recording Bad Debt Expense and the contra-asset Allowance for Doubtful Accounts (1.5% of $997,700 = $14,965.50).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6720 - Bad Debt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$14965.50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1200 - Allowance for Doubtful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$14965.50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off TeleCom Builders after Chapter 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Builders files Chapter 11 bankruptcy. Their entire $112,700 balance is deemed uncollectible. Write it off against the existing allowance. Note: Bad Debt Expense is not touched at write-off — the expense was already recorded when the allowance was established.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1200 - Allowance for Doubtful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$112700.00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1100 - Accounts Receivable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$112700.00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Builders pays after write-off — reverse and record cash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later, out of the bankruptcy estate, TeleCom Builders unexpectedly pays $40,000 . Under the allowance method you first reverse the write-off (reinstate the receivable), then record the cash receipt. Post both: Dr AR $40,000 / Cr Allowance $40,000, then Dr Cash $40,000 / Cr AR $40,000. Enter it as the combined net effect.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1200 - Allowance for Doubtful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recognition &amp; AR quiz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ASC 606, when does Skarion recognize revenue on a contract milestone?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pays $200,000 in advance for work that has not yet started. What account is credited?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journal entry to establish an allowance for doubtful accounts?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Receivable &amp; Billing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Receivable &amp; Billing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