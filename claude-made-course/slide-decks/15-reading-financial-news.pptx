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Financial News Like an Accountant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accountant who can't connect business news to accounting treatment is operating with one hand tied behind their back — and it impresses the hell out of interviewers. Five headlines, the journal entries behind each, and the language CFOs use on earnings calls.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"So, did you see what the Fed did Tuesday?" In an interview that's a soft screening question — do you follow the news, and can you connect it to the books? Most candidates freeze. After this module, you can name the journal entry.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104 — HEADLINES → JES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Wall Street Journal for Accountants — Translating Headlines into Journal Entries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impact: variable-rate debt (like a line of credit) now carries more interest expense next month — accrue more. The fair value of fixed-rate bonds on your balance sheet decreases (relevant if you hold an investment portfolio).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impact: its $500K term loan at 6.5% — if variable, a 0.25% hike = $1,250 more interest/year ≈ $104/month. Post more Dr Interest Expense / Cr Accrued Interest.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impact: if they owe you money (they're in your AR), write that receivable off now . Don't wait.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impact: if TeleCom Builders files Chapter 11, the $112,700 balance → Dr Allowance for Doubtful Accounts / Cr Accounts Receivable immediately.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impact: the acquirer records the acquired company's assets at fair value ; any excess of purchase price over fair value of net assets becomes Goodwill . Goodwill is not amortized under GAAP but tested annually for impairment.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Headlines → 5 Journal Entries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"Fed hikes rates 0.25%"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Variable-rate debt accrues more interest — Dr Interest Expense / Cr Accrued Interest (Skarion's $500K loan ≈ +$104/month if variable). Fixed-rate bond fair values on your balance sheet also decline.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major client files Chapter 11"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AR off now — Dr Allowance for Doubtful Accounts / Cr Accounts Receivable. Don't wait for final settlement; the receivable is impaired the day they file. Skarion + TeleCom Builders = $112,700.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"Company Y acquires Company Z for $800M"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Acquirer records acquired net assets at fair value; the premium over fair value becomes Goodwill (an intangible asset). Goodwill is NOT amortized under GAAP — it's tested annually for impairment.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"Inflation at 4.2% — input costs rising"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compression: COGS rises faster than prices. Inventory businesses revisit LIFO/FIFO; services firms like Skarion face wage pressure and renegotiated offshore rates. Watch gross margin month-over-month.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"Crypto exchange collapses"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0916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held as an asset is marked to fair value immediately — Dr Impairment Loss / Cr Crypto Asset. Under ASC 350-60 (2024 FASB), losses and gains now flow through the income statement.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105 — EARNINGS-CALL LANGUAGE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Earnings Calls — What the CFO Is Actually Saying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"Revenue grew 18% YoY" — year-over-year. You need to know how to calculate it and what drives it: volume vs. price vs. mix . (A services firm's growth should be split between more jobs vs higher rates vs a shift toward higher-margin deliverables.)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"EBITDA margin expanded 200 basis points" — a basis point is 0.01%, so 200 bps = 2%. EBITDA margin went from, say, 22% to 24%. EBITDA strips out interest, tax, depreciation, and amortization — a cleaner view of operating performance.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saw a $4M headwind from FX" — foreign-exchange impact. Revenue in multiple currencies is affected by currency moves; a strengthening dollar reduces reported USD revenue from foreign operations. You hedge or explain it.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"Organic growth of 12% excluding the Westfield acquisition" — stripping out growth from acquisitions shows what the underlying business did on its own. Accountants maintain the segment-level data that makes organic vs. inorganic growth separable.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reaffirming guidance" — the company's own public forecast for next quarter/year. The accountant maintains the financial model that feeds this guidance, which is exactly what you'll build in Module 13.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Mock CFO Earnings Commentary — 3 Questions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Skarion's YoY revenue growth, and approximately how much of it came from volume (miles) vs price?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Skarion's prior-year EBITDA margin was 50%, what does 'EBITDA margin expanded 200 basis points to 52%' actually mean?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commentary credits 'the Tennessee Corridor segment' as the biggest contributor to margin improvement. As the accountant, what data do you maintain that proves this claim?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Financial News Like an Accountant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Financial News Like an Accountant</dc:title>
  <dc:subject>PptxGenJS Presentation</dc:subject>
  <dc:creator>Skarion Accounting Track</dc:creator>
  <cp:lastModifiedBy>Skarion Accounting Track</cp:lastModifiedBy>
  <cp:revision>1</cp:revision>
  <dcterms:created xsi:type="dcterms:W3CDTF">2026-07-16T04:11:38Z</dcterms:created>
  <dcterms:modified xsi:type="dcterms:W3CDTF">2026-07-16T04:11:38Z</dcterms:modified>
</cp:coreProperties>
</file>