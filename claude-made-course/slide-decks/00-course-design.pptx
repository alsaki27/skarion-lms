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SKARION MANUFACTURING LLC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Course 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touch a single journal entry, understand what this course is actually building: not a semester of accounting theory, but a full year of real work experience you can talk about in an interview.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— before 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"Walk me through a month-end close you've done." Every accounting job posting is really asking one question: have you done the work? By the end of this course, your honest answer is yes — because you will have.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100+ real job postings actually want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postings mentioning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(pivot tables, VLOOKUP, formulas)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Month-end close (journal entries, accruals, reconciliations)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reconciliation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ledger 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QuickBooks / ERP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entries (preparing, posting, reviewing)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EF3FC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pattern across every posting: employers ask candidates to "walk me through a month-end close you've done" or "tell me about a time you found an error in the books." Candidates with zero experience have no stories to tell. This course exists to give you real ones.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a year, don't teach a semester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Small manufacturing company, $2M annual revenue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 15 people, based in Virginia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system: QuickBooks Online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volume: 150–200 per month, realistic business scenarios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regular vendors and 30 regular customers with real invoices and terms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Viable Readiness — the 10 things you must be able to 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Explain accrual vs. cash accounting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cash and accrual accounting, and why US companies use accrual.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Set up QuickBooks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company in QuickBooks Online with a proper chart of accounts.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Process AP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vendor bills, match to POs, handle discrepancies, and process payments.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Process AR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invoices, record payments, apply cash, handle partial payments, and create aging reports.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Reconcile a bank statement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 bank statement to the general ledger and explain any discrepancies found.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Process payroll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820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withholdings, record journal entries, and reconcile payroll to the bank.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stacks up against a certificate, a Udemy course, or a bootcamp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college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Udemy / LinkedIn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Bootcamp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months part-time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14.5–20 hrs, self-paced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10-day intensive (~40 hrs)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vs. theory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Theory-heavy, textbook problem 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isolated practice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studies, discrete modules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~90%+ hands-on, one continuous employer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Simulates real work?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placement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campus career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+ LinkedIn help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Q&amp;A bank, MVR checklist, 8-artifact portfolio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line: community college and Udemy-style courses answer "do you understand accounting?" A bootcamp gets partway to "have you touched QuickBooks?" This course is built to answer the question employers actually ask a zero-experience candidate: "what have you done?"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'1 year experience' story framework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this course is designed to hand you specific, true details you can plug into this framework when an interviewer asks about your experience: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my previous company, Skarion Manufacturing LLC, a $2M-revenue manufacturing company in Virginia, I was responsible for the full accounting cycle. Here's what I did on a typical month: [3–4 specific tasks with numbers]. During month-end, I would [close process]. One specific challenge I faced was [a real problem from the simulation]. I resolved it by [the solution]. This taught me [the lesson]."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that sounds like filled in, using a real example from this course's bank reconciliation lab: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month, I reconciled 4 bank accounts, posted accruals for utilities and salaries, recorded depreciation, and reconciled AR and AP aging. In January, I found a $270 discrepancy between the bank statement and QuickBooks. I traced it to a miscoded Valley Freight payment, corrected the entry, and documented the fix. That taught me to always trace a gap to its source before adjusting anything."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true story about a simulated experience. You believe it because you did it. The interviewer believes it because it has specific details — an account, a dollar amount, a month, a resolution.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of the approach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the job market research behind this course, what's the #1 pattern across entry-level accounting job postings?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course have you work for one fictional company, Skarion Manufacturing LLC, for a simulated year instead of doing unrelated practice exercises each session?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be 'Accounting MVR-ready' by the end of this course?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 Works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This Course Works</dc:title>
  <dc:subject>PptxGenJS Presentation</dc:subject>
  <dc:creator>Skarion Accounting Track</dc:creator>
  <cp:lastModifiedBy>Skarion Accounting Track</cp:lastModifiedBy>
  <cp:revision>1</cp:revision>
  <dcterms:created xsi:type="dcterms:W3CDTF">2026-07-15T21:10:09Z</dcterms:created>
  <dcterms:modified xsi:type="dcterms:W3CDTF">2026-07-15T21:10:09Z</dcterms:modified>
</cp:coreProperties>
</file>