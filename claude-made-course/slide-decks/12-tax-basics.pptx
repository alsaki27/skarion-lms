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 Basics for Non-Tax Accountants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be a tax accountant. You need to not make their job harder — and not trigger the penalties that fall on the staff accountant who got the deposit timing or 1099 threshold wrong.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"Why did we get an IRS penalty notice?" The answer, in most small companies, is that a staff accountant didn't deposit payroll taxes on time, didn't file a 1099 for a contractor over $600, or treated sales tax as revenue. These are the six things you will get wrong in year one if you don't learn them here.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97 — THE SIX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Taxes Every Staff Accountant Encounters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module is NOT: a comprehensive tax guide. Tax changes constantly and needs a specialist. What it IS: the 6 tax concepts you WILL encounter in the first year that you must handle correctly.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(Social Security + Medicare) must be deposited with the IRS on a semi-weekly or monthly schedule depending on payroll size. The deposit is separate from the payroll journal entry — you record the liability in the JE, then deposit it later. Late deposits trigger a 2–15% penalty — the #1 tax penalty entry-level accountants accidentally cause.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context: monthly deposit of $18,312 (employer FICA $6,256 + employee FICA withheld ≈ $12,056) via EFTPS by the 15th of the following month.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from customers at point of sale, remitted to the state monthly/quarterly. It's NOT revenue — it's a liability (Sales Tax Payable) from the moment it's collected. Skarion is a services firm so doesn't collect sales tax on designs — but if it sold physical cables/equipment it would.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when selling taxable goods: Dr Cash $106,000 / Cr Revenue $100,000 / Cr Sales Tax Payable $6,000 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Tax Scenarios — The Right Treatment and the Penalty for Getting It Wrong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tax deposit timing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+ withholdings deposited to the IRS per your schedule (monthly for Skarion: ~$18,312 via EFTPS by the 15th). Recorded as a liability in the payroll JE, then remitted in a separate JE (Dr Payroll Tax Liabilities / Cr Cash). Late = 2–15% penalty.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tax on a taxable sale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tax is collected as a liability, never as revenue. JE: Dr Cash $106,000 / Cr Revenue $100,000 / Cr Sales Tax Payable $6,000. Remit to the state; never spend it as if it were yours. Skarion (services) doesn't collect sales tax on designs.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tax on an out-of-state purchase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sales tax charged by the out-of-state vendor → you self-assess use tax to your state. Skarion's $12,000 Ohio equipment = $636 Virginia use tax. Track it on a Use Tax Payable liability; most companies skip this until audit catches 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1099-NEC for a contractor over $600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1099 contractor paid ≥ $600/year gets a 1099-NEC by January 31. Global CAD Solutions (~$600K/year) gets one. Failure penalizes the company — track contractor payments all year and verify each vendor's W-9.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W-2 to employees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0916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W2 employees get a W-2 by Jan 31. The W-2 totals MUST equal the payroll tax deposits for the year — a $1 discrepancy triggers an IRS notice. Data integrity from the payroll records you maintained all year is the whole game.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estimates for an owner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5820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 owners (LLC/S-Corp) pay quarterly estimates — prior year tax ÷ 4, due April/June/September/January. Different from the company's payroll tax deposits. You prepare the calc; the owner pays it personally.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98 — BOOK VS TAX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 vs. Book Differences — Why Two Sets of Numbers Exist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Depreciation: GAAP uses straight-line. The IRS often allows accelerated (MACRS) or immediate expensing (Section 179). Same asset, different annual expense for book vs tax.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recognition: GAAP recognizes on delivery (ASC 606). Tax sometimes allows the installment method — recognize revenue as cash is received.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debt: GAAP uses the allowance method (estimate and reserve). Tax only allows write-off when the debt is actually uncollectible (the specific charge-off method).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&amp; entertainment: 100% book expense; only 50% deductible for tax (0% for entertainment post-2017 TCJA).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vs. Tax — 3 Real Scenarios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depreciates a $70,000 server over 7 years straight-line ($10,000/yr GAAP). For tax, they elect 100% bonus depreciation in Year 1. At a 21% rate, what deferred tax liability is created in Year 1?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writes off TeleCom Builders' $112,700 AR under GAAP's allowance method in Q3. For tax, the deduction is only allowed when the debt is legally uncollectible in Q4. When does the deferred tax ASSET reverse?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takes the team to dinner — $840 restaurant bill. How much is deductible for tax?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Basics for Non-Tax Accountants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 Basics for Non-Tax Accountants</dc:title>
  <dc:subject>PptxGenJS Presentation</dc:subject>
  <dc:creator>Skarion Accounting Track</dc:creator>
  <cp:lastModifiedBy>Skarion Accounting Track</cp:lastModifiedBy>
  <cp:revision>1</cp:revision>
  <dcterms:created xsi:type="dcterms:W3CDTF">2026-07-16T04:11:38Z</dcterms:created>
  <dcterms:modified xsi:type="dcterms:W3CDTF">2026-07-16T04:11:38Z</dcterms:modified>
</cp:coreProperties>
</file>