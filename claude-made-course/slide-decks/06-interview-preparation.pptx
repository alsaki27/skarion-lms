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06 · SKARION MANUFACTURING LLC</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Interview Preparation</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You've closed the books, reconciled the bank, and processed a batch of invoices at Skarion Manufacturing LLC. Now you have to talk about it out loud, in a room, under pressure — and make it sound like real experience.</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6 of the 10-day path</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"Tell me about a time you found an error in the books." Every candidate in this interview has an answer. The only question is whether it's specific enough to believe.</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 · Skarion Manufacturing LLC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FRAMEWORK</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Context → Action → Result: the only structure you need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3200400"/>
                <a:gridCol w="32004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 Context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Company/file, month, transaction, or report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 Action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What you checked, posted, reconciled, or escalated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 Result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Correction made, report finished, lesson learned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7E8"/>
          </a:solidFill>
          <a:ln/>
        </p:spPr>
      </p:sp>
      <p:sp>
        <p:nvSpPr>
          <p:cNvPr id="8" name="Shape 5"/>
          <p:cNvSpPr/>
          <p:nvPr/>
        </p:nvSpPr>
        <p:spPr>
          <a:xfrm>
            <a:off x="7680960" y="2148840"/>
            <a:ext cx="365760" cy="365760"/>
          </a:xfrm>
          <a:prstGeom prst="ellipse">
            <a:avLst/>
          </a:prstGeom>
          <a:solidFill>
            <a:srgbClr val="E8A33D"/>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Why specificity wins: Anyone can say "I'm detail-oriented and I catch errors." Almost nobody outside this simulation can say "I traced a $9,503.60 duplicate Coastal Electric &amp; Controls deposit that had been entered twice in QuickBooks, and corrected it by debiting AR and crediting Cash — not touching Sales Revenue, since the sale was never overstated." The second answer is unfakeable. That's the whole point.</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 · Skarion Manufacturing LLC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10 real Skarion answers — memorize the structure, not the words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Walk me through a month-end close you have done.</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Followed a close checklist: finished AP/AR entry, reconciled the operating bank account, reviewed AR/AP aging, posted payroll, depreciation, prepaid, and interest accruals, then reviewed the trial balance and ran the P&amp;L, balance sheet, and close summary. The bank rec converged on an adjusted balance of $217,334.09 — but only after tracing a $9,503.60 duplicate Coastal Electric &amp; Controls deposit entered twice in QuickBooks. Fixed it with debit AR / credit Cash for $9,503.60.</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is a 3-way match?</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Compares the purchase order, receiving report, and vendor invoice. On invoice DAF-2601-014 from Dominion Aluminum &amp; Fasteners, the PO price was $38.00/unit but the invoice billed $39.50/unit — a $126.36 variance — so the invoice was held instead of paid.</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accounts do you reconcile during month-end?</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Cash/bank, credit cards, AR and AP subledgers to the GL, inventory, fixed assets and accumulated depreciation, payroll liabilities, sales tax payable, loans, prepaids, and accruals. In January's close that meant tying the bank to $217,334.09, AR to $176,918.00, AP to $42,265.00, accumulated depreciation to a $5,208.10 monthly add, and accrued loan interest to $1,510.42.</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record depreciation?</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Straight-line: asset cost minus salvage value, divided by useful life. Skarion's 10 fixed assets — from the $82,000.00 CNC Brake Press to the $12,400.00 label printer — depreciate for a combined $5,208.10/month. Monthly entry: debit 6700 Depreciation Expense, credit 1590 Accumulated Depreciation.</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calculate days sales outstanding (DSO)?</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Average AR divided by credit sales, times days in the period. Using January's numbers — roughly $176,918.00 ending AR against $165,264.00 net sales — a rough one-month DSO lands around 32 days, which flags that the $60,300.00 of aged balances in the 31–60 day bucket needs collection attention.</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Tell me about a time you found an error in the books.</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During a bank reconciliation, QuickBooks showed more cash than the bank statement. Reviewed deposits and found one customer ACH receipt entered twice. Confirmed the bank only received it once, reversed the duplicate, updated the reconciliation notes. Lesson: check transaction IDs and deposit dates, not just customer names.</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 · Skarion Manufacturing LLC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QUESTION TYPES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Four categories, four different things interviewers listen for</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2133600"/>
                <a:gridCol w="2133600"/>
                <a:gridCol w="21336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covers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interviewers listen for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Technical (56 Qs)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GAAP, GL, AP/AR, reconciliations, close, payroll, fixed assets, journal entries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Correct accounting treatment, no debit/credit or cash/accrual confusion, and a real Skarion number attached to the answer.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Behavioral (30 Qs)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STAR-style judgment, communication, ownership, ethics, organization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 specific situation (not a hypothetical), the steps taken, the outcome, and the lesson learned.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Software (20 Qs)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Excel (pivot tables, XLOOKUP, SUMIFS, conditional formatting), QuickBooks Online workflows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Practical accounting use of the tool — not "I know Excel," but "I used SUMIFS to total unpaid invoices by customer."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Scenario (20 Qs)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Workplace judgment calls — mismatched invoices, short payments, missing documents, ethical pressure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Whether you hold, correct, document, or escalate — and whether you know the difference between those four responses.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3DE"/>
          </a:solidFill>
          <a:ln/>
        </p:spPr>
      </p:sp>
      <p:sp>
        <p:nvSpPr>
          <p:cNvPr id="8" name="Shape 5"/>
          <p:cNvSpPr/>
          <p:nvPr/>
        </p:nvSpPr>
        <p:spPr>
          <a:xfrm>
            <a:off x="7680960" y="2148840"/>
            <a:ext cx="365760" cy="365760"/>
          </a:xfrm>
          <a:prstGeom prst="ellipse">
            <a:avLst/>
          </a:prstGeom>
          <a:solidFill>
            <a:srgbClr val="C9862B"/>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The rubric's coach note on Judgment: a weak answer "posts adjustments without support or says they would guess." A strong answer knows when to hold, correct, document, or escalate — and never forces a number to make a reconciliation balance.</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 · Skarion Manufacturing LLC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BEFORE AND AFTER</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Red flags vs. green flags: the same question, two ways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2133600"/>
                <a:gridCol w="2133600"/>
                <a:gridCol w="21336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Red flag (generic)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Green flag (Skarion-specific)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Bank reconciliation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adjust the difference."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book balance started at $226,594.19; after removing a $9,503.60 duplicate deposit, adding back a $270.00 Valley Freight correction, removing a $45.00 bank fee, and adding $18.50 in interest, the adjusted balance was $217,334.09. I don't force the difference — I document the cause."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AP invoices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 enter whatever the vendor sends."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"On invoice DAF-2601-014, the PO price was $38.00/unit but the invoice billed $39.50/unit — a $126.36 variance — so I held it instead of paying it."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Internal controls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"Controls are someone else's job."</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3-way match caught the $126.36 DAF-2601-014 price discrepancy and a missing PO on NOVA Packaging invoice NPC-2601-011 — both were held instead of paid."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EEF3FC"/>
          </a:solidFill>
          <a:ln/>
        </p:spPr>
      </p:sp>
      <p:sp>
        <p:nvSpPr>
          <p:cNvPr id="8" name="Shape 5"/>
          <p:cNvSpPr/>
          <p:nvPr/>
        </p:nvSpPr>
        <p:spPr>
          <a:xfrm>
            <a:off x="7680960" y="2148840"/>
            <a:ext cx="365760" cy="365760"/>
          </a:xfrm>
          <a:prstGeom prst="ellipse">
            <a:avLst/>
          </a:prstGeom>
          <a:solidFill>
            <a:srgbClr val="1E2761"/>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STORY</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Notice the pattern: the green-flag answers never say "I'm accurate" or "I'm detail-oriented." They just describe exactly what happened, with a dollar figure and a document number, and let the interviewer draw that conclusion themselves.</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06 · Skarion Manufacturing LLC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Spot the specific answer</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Question: "How do you handle a bank reconciliation discrepancy?" Which answer is the strong one?</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Question: "What is a 3-way match?" Which answer would score higher on the rubric's 'Specificity' criterion?</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Question: "Tell me about a time you found an error in the books." Which is the weak version?</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Run your own mock interview</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Pick 3 of the 20 must-know questions from the Cheat Sheet.</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Answer each one in your own words — do not copy the sample answer verbatim.</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Use the Context → Action → Result structure, and pull real numbers from the Skarion Manufacturing simulation files you've already worked with (the $217,334.09 bank balance, the $126.36 DAF-2601-014 variance, the $5,208.10 depreciation, or any figure from your own exercise work in earlier modules).</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If you have a study partner, have them ask you the questions cold and time your answers — the rubric recommends 60–90 seconds per answer.</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Interview Cheat Sheet — 20 Questions.docx</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Interview Question Bank — 126 Questions.docx</a:t>
            </a:r>
            <a:endParaRPr lang="en-US" sz="1100" dirty="0"/>
          </a:p>
        </p:txBody>
      </p:sp>
      <p:sp>
        <p:nvSpPr>
          <p:cNvPr id="12" name="Shape 10"/>
          <p:cNvSpPr/>
          <p:nvPr/>
        </p:nvSpPr>
        <p:spPr>
          <a:xfrm>
            <a:off x="7635240" y="4846320"/>
            <a:ext cx="3794760" cy="1417320"/>
          </a:xfrm>
          <a:prstGeom prst="roundRect">
            <a:avLst>
              <a:gd name="adj" fmla="val 6452"/>
            </a:avLst>
          </a:prstGeom>
          <a:solidFill>
            <a:srgbClr val="141B49"/>
          </a:solidFill>
          <a:ln/>
        </p:spPr>
      </p:sp>
      <p:sp>
        <p:nvSpPr>
          <p:cNvPr id="13" name="Text 11"/>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4" name="Text 12"/>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Write out your 3 chosen questions and your Context → Action → Result answers, in your own words, using real simulation numbers. Which one felt hardest to make specific, and why?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Interview Preparation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Preparation</dc:title>
  <dc:subject>PptxGenJS Presentation</dc:subject>
  <dc:creator>Skarion Accounting Track</dc:creator>
  <cp:lastModifiedBy>Skarion Accounting Track</cp:lastModifiedBy>
  <cp:revision>1</cp:revision>
  <dcterms:created xsi:type="dcterms:W3CDTF">2026-07-15T21:10:09Z</dcterms:created>
  <dcterms:modified xsi:type="dcterms:W3CDTF">2026-07-15T21:10:09Z</dcterms:modified>
</cp:coreProperties>
</file>