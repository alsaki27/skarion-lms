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Ratios &amp; Reading the Numbers Like a CFO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that separates a bookkeeper from an accountant. Producing the numbers is bookkeeping — interpreting them is accounting. Eight ratios, three months of Skarion data, and the narrative the numbers are telling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does this P&amp;L tell you?" Every controller, every CFO, and every interviewer asks this. The bookkeeper prints the statement. The accountant reads it. This module is the difference.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91 — THE NUMBERS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 Ratios — Formulas, Skarion January, and What Each Tells You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Skarion Jan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(Revenue − COGS) ÷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 of the core service before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 ÷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 after all operating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Assets ÷ Current 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company pay short-term bills? &amp;gt;2x 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(Cash + AR) ÷ Current 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liquidity (excludes prepaids/inventory)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÷ (Revenue ÷ 365)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to collect; &amp;gt;60 flags a cash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÷ (COGS ÷ 365)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before you pay vendors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 ÷ Total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leverage; &amp;lt;1x is conservative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÷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efficiently assets generate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ratio like a sentence. 70.8% gross margin + 75.8 day DSO + 0.39x leverage reads as: "The core business is highly profitable, but we're slow to collect, and we run almost no debt." One sentence that a CFO would say is worth more than ten decimal places of calculation.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93 — THE NARRATIVE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Are Trying to Tell You — Reading the Story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skill: interpreting a set of ratios as a narrative . A single ratio is a number. Three ratios together tell a story.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Revenue up 15%, gross margin down 8%, DSO up from 45 to 72 days. What's happening? Revenue growth is hollow — COGS is rising faster, and clients are paying slower. Cash is about to tighten despite the revenue number looking good. The wrong reads: "business is growing well" (ignores the margin) or "costs are under control" (ignores DSO).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Net income up 20%, current ratio down from 3.2x to 1.4x, DPO down from 45 to 22 days. Profitability improved but liquidity is deteriorating — the company is paying vendors faster than it's collecting, and cash is being squeezed. Profit without liquidity is how profitable companies miss payroll.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— Gross margin stable, operating margin declining, return on assets declining. The core business is fine; operating expenses are growing — probably headcount or SG&amp;A — eating into profits the core business is generating. The fix is overhead, not pricing.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Skarion's Q1 Ratios — Spot the Real Story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Skarion's Q1 ratio dashboard shows January gross margin 70.8%, February 65.2%, March 62.1%. What is the most likely root cause?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Q1 month had the worst DSO, and what does it flag?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Skarion's current ratio is 4.7x and quick ratio is 3.9x. What concern, if any, should the controller raise?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Ratios &amp; Reading the Numbers Like a CFO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Ratios &amp; Reading the Numbers Like a CFO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